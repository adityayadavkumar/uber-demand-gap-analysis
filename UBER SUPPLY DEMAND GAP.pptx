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3"/>
  </p:normalViewPr>
  <p:slideViewPr>
    <p:cSldViewPr snapToGrid="0">
      <p:cViewPr varScale="1">
        <p:scale>
          <a:sx n="154" d="100"/>
          <a:sy n="154" d="100"/>
        </p:scale>
        <p:origin x="632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5fb41a11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5fb41a11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5fb41a11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5fb41a11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UBER SUPPLY DEMAND GAP - DA/BA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Excel, SQL, Python (Pandas, Numpy) use these three tools 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Clean the data by using Excel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Create dashboards by using Excel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Use SQL for finding some insights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Use Pandas to do EDA</a:t>
            </a:r>
            <a:endParaRPr dirty="0"/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" dirty="0"/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dirty="0"/>
              <a:t>Do whatever you want to do, but make sure you incorporate all these 3 tools in the project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Submission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USE the same EDA template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Excel 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SQL file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EDA file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Insights PDF file (include all these results)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Submit by 10th July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</Words>
  <Application>Microsoft Macintosh PowerPoint</Application>
  <PresentationFormat>On-screen Show (16:9)</PresentationFormat>
  <Paragraphs>15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Simple Light</vt:lpstr>
      <vt:lpstr>UBER SUPPLY DEMAND GAP - DA/BA </vt:lpstr>
      <vt:lpstr>Excel, SQL, Python (Pandas, Numpy) use these three tools </vt:lpstr>
      <vt:lpstr>Submission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Office</cp:lastModifiedBy>
  <cp:revision>1</cp:revision>
  <dcterms:modified xsi:type="dcterms:W3CDTF">2025-07-22T17:25:46Z</dcterms:modified>
</cp:coreProperties>
</file>